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8F01"/>
                </a:solidFill>
              </a:defRPr>
            </a:pPr>
            <a:r>
              <a:t>Cats vs Dogs using CNN &amp;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IBM SkillsBuild - Project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1F1F"/>
                </a:solidFill>
              </a:defRPr>
            </a:pPr>
            <a:r>
              <a:t>1. Problem Statement &amp; Vision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2. Project Objectives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3. Dataset: Cats vs Dogs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4. Deep Learning &amp; CNN Basics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5. Transfer Learning with MobileNetV2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6. Model Architecture Design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7. Data Preprocessing &amp; Augmentation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8. Model Training &amp; Performance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9. Results &amp; Visualizations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10. Real-World Applications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11. Deployment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🐱🐕 Image Classification Challenge: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Identifying pets from photos is trivial for humans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Machines struggle with visual recognition tasks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Need automated pet classification for: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- Pet care apps and platforms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- Veterinary management systems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- Social media content filtering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- Animal shelter management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🎯 Solution: Deep Learning CNN for pet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Build deep learning CNN for image classification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Classify images as CAT or DOG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Achieve 90%+ accuracy on test dataset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Use transfer learning for efficiency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Create mobile-deployable model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Real-time prediction capability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Production-ready computer vision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Dataset: Cats vs Dogs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955279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📊 Dataset Source: Microsoft Cats &amp; Dogs / TensorFlow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📈 Statistics: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Total Images: 25,000+ (balanced dataset)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Cats: 12,500+ high-quality images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Dogs: 12,500+ high-quality images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Image Size: 224 x 224 pixels (standardized)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Color Format: RGB (3 channels)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Train/Test Split: 80% / 20%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Class Balance: Perfect 50-50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Deep Learning &amp; CNN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🧠 Convolutional Neural Networks (CNN):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Inspired by biological visual cortex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Learns hierarchical features from pixels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🔄 CNN Layers: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1. Convolution - Extract features (edges, shapes)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2. ReLU Activation - Add non-linearity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3. Pooling - Reduce dimensionality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4. Flattening - Convert to 1D vector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5. Dense Layers - Make final predictions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⚡ Advantages: Automatic feature learning, translation invariant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Transfer Learning with MobileNetV2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🚀 Transfer Learning Concept: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Use pre-trained model (ImageNet - 1.4M images)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Adapt for specific task (cats vs dogs)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Saves training time &amp; improves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📱 MobileNetV2 Architecture: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Lightweight: 14MB model size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Mobile-optimized design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53 convolutional layers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Pre-trained ImageNet accuracy: 71.3%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✅ Why MobileNetV2: Speed + Accuracy 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Custom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🏗️ Our Architecture Stack: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1. MobileNetV2 Base (frozen pre-trained weights)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2. GlobalAveragePooling2D layer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3. Dense(256) + ReLU activation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4. Dropout(0.5) - Prevent overfitting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5. Dense(128) + ReLU activation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6. Dropout(0.5) - Regularization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7. Dense(1) + Sigmoid - Binary output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📊 Model Stats: 16MB size | 3.5M parameters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🖼️ Image Preprocessing: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Resize to 224x224 pixels (MobileNetV2 standard)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Normalize pixel values to [-1, 1]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Convert to RGB format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🔄 Data Augmentation: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Random horizontal flips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Random rotations (±20°)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Random zoom (80-120%)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Brightness adjustments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✅ Result: Better generalization &amp; 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Model 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Training Accuracy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92.5% ✓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0.9297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Inference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50-100ms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CATS vs DOGS: 92.5% Test Accuracy | MobileNetV2 Transfer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🐾 Pet Management &amp; Veterinary: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Pet identification apps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Veterinary clinic systems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Animal shelter database management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📱 Social Media &amp; Content: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Auto-tagging pet photos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Pet content filtering &amp; moderation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🎮 Gaming &amp; Entertainment: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AR pet filters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Pet-themed games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Accuracy: 92.5% - Excellent classification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Model Size: 14MB - Mobile deployment ready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Inference: 50-100ms per image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Framework: TensorFlow/Keras (industry standard)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Deployment Options: Mobile (TFLite), Cloud, Edge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Real-time: Live camera feed capable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Scalability: High-throughput batch 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1️⃣ Achievement: 92.5% accuracy cats vs dogs classification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2️⃣ Method: MobileNetV2 transfer learning highly effective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3️⃣ Efficiency: Mobile-ready model for real deployment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4️⃣ Impact: Enables real-time pet recognition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8F01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